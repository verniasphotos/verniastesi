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Buongiorno alla commissione. Sono Matteo Verniani e oggi presento il mio lavoro di tesi incentrato sulla progettazione e validazione di un’architettura 6G avanzata per il tracking di droni autonomi in ambienti indoor complessi, sfruttando la tecnologia delle Reconfigurable Intelligent Surfaces o RIS. Ringrazio il mio relatore per il supporto.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contesto applicativo è la Logistica 4.0, in scenari come i magazzini intensivi VNA, dove si fa largo uso di droni. In questi ambienti indoor e metallici, il GPS è inefficace. Inoltre, la presenza massiccia di scaffalature crea severi ostacoli fisici.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problema fondamentale è l'ostruzione della Line-of-Sight. Quando il drone si sposta dietro una scaffalatura, entriamo in condizioni di Non-Line-of-Sight profondo. I normali sistemi radio perdono il segnale, l'errore aumenta e la navigazione autonoma diventa impossibile.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soluzione risiede nel paradigma emergente del 6G: l'adozione delle RIS. Queste superfici intelligenti permettono di reindirizzare le onde radio, aggirando fisicamente l'ostacolo. Si crea così una 'Virtual Line-of-Sight', riportando il drone nel range di tracking.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cuore di questa tesi è la progettazione di un simulatore Digital Twin basato su paradigma SDN (Software-Defined Networking). Un Server Centrale riceve la telemetria, esegue gli algoritmi di tracking in real-time e orchestra le RIS presenti nell'impianto per garantire sempre la miglior connessione.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L'intelligenza di posizionamento è ibrida. In LoS, utilizziamo l'EKF per fondere inerziale e radio. Tuttavia, in NLoS prolungato, il modello passa il controllo a una LSTM, addestrata sulle traiettorie del layout, per una stima puramente cinematica e non lineare.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Questa architettura abilita un controllo SDN predittivo: 'Make-Before-Break'. Invece di reagire a una disconnessione, si prevede il movimento del drone. Il controller accende la RIS ottima msec prima che il drone entri nella zona NLoS, garantendo tracking continuo.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la validazione, ho sviluppato un simulatore ad eventi implementato in Python. Esegue il calcolo vettoriale pesante con Numba e comunica mediante gRPC, modellando con estremo realismo un canale InF-DH ai 5.9GHz. La validazione si struttura su 4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1: il comportamento Baseline senza RIS. Quando il drone entra in corridoio con ostruzione totale, il Filtro EKF va in deriva 'Coasting', e l'errore di posizionamento sale esponenzialmente portando inevitabilmente a un errore catastrofico o collisione.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fallimento in navigazione cieca avviene perché il predittore inerziale EKF procede linearmente. La nostra LSTM subentra qui. Osserviamo come l'EKF linearizzi ciecamente l'ostacolo (linea rossa), mentre il Deep Learning replichi aderentemente la virata nel corridoio (blu vs verde).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2: accendiamo l'architettura 6G. Al presentarsi del NLoS, SDN attiva preventivamente le RIS. L'errore (RMSE) rientra e rimane saldamente sotto il metro di tolleranza pattuito, mantenendo stabile il volo e completando la missione in sicurezza.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L'architettura è sensibile ai ritardi di rete. Abbiamo stressato il sistema introducendo latenza nel loop di controllo. Il limite fisico impone una soglia restrittiva inferiore a ~50ms per evitare il Beam Misalignment (mancare il drone col raggio della RIS).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Mantenere un aggancio risolve la precisione, ma le stazioni e le RIS al massimo della potenza comportano costi/consumi insostenibili. La sfida finale del lavoro consiste nel rendere questo ecosistema sostenibile, ottimizzando il risparmio energetico: il Green 6G.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 usato l'algoritmo di Dinkelbach e la matrice BD-RIS per l'Efficienza Energetica Assoluta (AEE). Il network ricalcola il punto ottimo termodinamico ad ogni step. Troviamo così il 'Pareto-Front' evidenziato: picco di massima efficienza radiativa con potenze moderate.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conclusione, l'architettura progettata ha permesso di riacquisire il tracking indoor NLoS, sfruttando un approccio SDN predittivo assistito da LSTM ('Make-Before-Break'). Infine, l'algoritmo di Dinkelbach su BD-RIS consente di coniugare le elevate prestazioni 6G con l'efficienza Green, centrale per le future reti. Grazie.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600"/>
            </a:pPr>
            <a:r>
              <a:t>Progettazione e verifica di un'architettura 6G per il tracking di droni indoor assistita da RIS</a:t>
            </a:r>
          </a:p>
        </p:txBody>
      </p:sp>
      <p:sp>
        <p:nvSpPr>
          <p:cNvPr id="3" name="Subtitle 2"/>
          <p:cNvSpPr>
            <a:spLocks noGrp="1"/>
          </p:cNvSpPr>
          <p:nvPr>
            <p:ph type="subTitle" idx="1"/>
          </p:nvPr>
        </p:nvSpPr>
        <p:spPr/>
        <p:txBody>
          <a:bodyPr/>
          <a:lstStyle/>
          <a:p>
            <a:r>
              <a:t>Candidato: Matteo Verniani</a:t>
            </a:r>
          </a:p>
          <a:p>
            <a:r>
              <a:t>Relatore: Chiar.mo Prof. [Nome]</a:t>
            </a:r>
          </a:p>
        </p:txBody>
      </p:sp>
      <p:pic>
        <p:nvPicPr>
          <p:cNvPr id="4" name="Picture 3" descr="logo-unifi.png"/>
          <p:cNvPicPr>
            <a:picLocks noChangeAspect="1"/>
          </p:cNvPicPr>
          <p:nvPr/>
        </p:nvPicPr>
        <p:blipFill>
          <a:blip r:embed="rId2"/>
          <a:stretch>
            <a:fillRect/>
          </a:stretch>
        </p:blipFill>
        <p:spPr>
          <a:xfrm>
            <a:off x="457200" y="457200"/>
            <a:ext cx="1266092" cy="1371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Contesto: Logistica 4.0 e Navigazione VNA</a:t>
            </a:r>
          </a:p>
        </p:txBody>
      </p:sp>
      <p:sp>
        <p:nvSpPr>
          <p:cNvPr id="3" name="Content Placeholder 2"/>
          <p:cNvSpPr>
            <a:spLocks noGrp="1"/>
          </p:cNvSpPr>
          <p:nvPr>
            <p:ph idx="1"/>
          </p:nvPr>
        </p:nvSpPr>
        <p:spPr>
          <a:xfrm>
            <a:ext cx="3657600" cy="0"/>
          </a:xfrm>
        </p:spPr>
        <p:txBody>
          <a:bodyPr/>
          <a:lstStyle/>
          <a:p>
            <a:pPr>
              <a:defRPr sz="2000"/>
            </a:pPr>
            <a:r>
              <a:t>• Applicazioni in magazzini intensivi VNA (Very Narrow Aisle)</a:t>
            </a:r>
          </a:p>
          <a:p>
            <a:pPr>
              <a:defRPr sz="2000"/>
            </a:pPr>
            <a:r>
              <a:t>• Uso massiccio di droni per material handling e inventario</a:t>
            </a:r>
          </a:p>
          <a:p>
            <a:pPr>
              <a:defRPr sz="2000"/>
            </a:pPr>
            <a:r>
              <a:t>• Assenza di segnale GPS (Indoor)</a:t>
            </a:r>
          </a:p>
          <a:p>
            <a:pPr>
              <a:defRPr sz="2000"/>
            </a:pPr>
            <a:r>
              <a:t>• Severi ostacoli metallici (scaffalature)</a:t>
            </a:r>
          </a:p>
        </p:txBody>
      </p:sp>
      <p:pic>
        <p:nvPicPr>
          <p:cNvPr id="4" name="Picture 3" descr="warehouse_drone_problem.png"/>
          <p:cNvPicPr>
            <a:picLocks noChangeAspect="1"/>
          </p:cNvPicPr>
          <p:nvPr/>
        </p:nvPicPr>
        <p:blipFill>
          <a:blip r:embed="rId2"/>
          <a:stretch>
            <a:fillRect/>
          </a:stretch>
        </p:blipFill>
        <p:spPr>
          <a:xfrm>
            <a:off x="4114800" y="1645920"/>
            <a:ext cx="4114800" cy="4114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Il Problema: Non-Line-of-Sight (NLoS)</a:t>
            </a:r>
          </a:p>
        </p:txBody>
      </p:sp>
      <p:sp>
        <p:nvSpPr>
          <p:cNvPr id="3" name="Content Placeholder 2"/>
          <p:cNvSpPr>
            <a:spLocks noGrp="1"/>
          </p:cNvSpPr>
          <p:nvPr>
            <p:ph idx="1"/>
          </p:nvPr>
        </p:nvSpPr>
        <p:spPr>
          <a:xfrm>
            <a:ext cx="3657600" cy="0"/>
          </a:xfrm>
        </p:spPr>
        <p:txBody>
          <a:bodyPr/>
          <a:lstStyle/>
          <a:p>
            <a:pPr>
              <a:defRPr sz="2000"/>
            </a:pPr>
            <a:r>
              <a:t>• Ostruzione profonda del segnale radio</a:t>
            </a:r>
          </a:p>
          <a:p>
            <a:pPr>
              <a:defRPr sz="2000"/>
            </a:pPr>
            <a:r>
              <a:t>• Perdita del link RF diretto con la Base Station</a:t>
            </a:r>
          </a:p>
          <a:p>
            <a:pPr>
              <a:defRPr sz="2000"/>
            </a:pPr>
            <a:r>
              <a:t>• Errore di posizionamento divergente</a:t>
            </a:r>
          </a:p>
          <a:p>
            <a:pPr>
              <a:defRPr sz="2000"/>
            </a:pPr>
            <a:r>
              <a:t>• Impossibilità di navigazione autonoma sicura</a:t>
            </a:r>
          </a:p>
        </p:txBody>
      </p:sp>
      <p:pic>
        <p:nvPicPr>
          <p:cNvPr id="4" name="Picture 3" descr="nlos_vna_concept.png"/>
          <p:cNvPicPr>
            <a:picLocks noChangeAspect="1"/>
          </p:cNvPicPr>
          <p:nvPr/>
        </p:nvPicPr>
        <p:blipFill>
          <a:blip r:embed="rId2"/>
          <a:stretch>
            <a:fillRect/>
          </a:stretch>
        </p:blipFill>
        <p:spPr>
          <a:xfrm>
            <a:off x="4114800" y="1645920"/>
            <a:ext cx="41148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Soluzione 6G: Reconfigurable Intelligent Surfaces</a:t>
            </a:r>
          </a:p>
        </p:txBody>
      </p:sp>
      <p:sp>
        <p:nvSpPr>
          <p:cNvPr id="3" name="Content Placeholder 2"/>
          <p:cNvSpPr>
            <a:spLocks noGrp="1"/>
          </p:cNvSpPr>
          <p:nvPr>
            <p:ph idx="1"/>
          </p:nvPr>
        </p:nvSpPr>
        <p:spPr>
          <a:xfrm>
            <a:ext cx="3657600" cy="0"/>
          </a:xfrm>
        </p:spPr>
        <p:txBody>
          <a:bodyPr/>
          <a:lstStyle/>
          <a:p>
            <a:pPr>
              <a:defRPr sz="2000"/>
            </a:pPr>
            <a:r>
              <a:t>• 6G: Paradigma di comunicazione intelligente</a:t>
            </a:r>
          </a:p>
          <a:p>
            <a:pPr>
              <a:defRPr sz="2000"/>
            </a:pPr>
            <a:r>
              <a:t>• RIS: Superfici programmabili per reindirizzare le onde radio</a:t>
            </a:r>
          </a:p>
          <a:p>
            <a:pPr>
              <a:defRPr sz="2000"/>
            </a:pPr>
            <a:r>
              <a:t>• Creazione di una 'Virtual Line-of-Sight' (V-LoS)</a:t>
            </a:r>
          </a:p>
          <a:p>
            <a:pPr>
              <a:defRPr sz="2000"/>
            </a:pPr>
            <a:r>
              <a:t>• Ripristino della visibilità radio oltre l'ostacolo</a:t>
            </a:r>
          </a:p>
        </p:txBody>
      </p:sp>
      <p:pic>
        <p:nvPicPr>
          <p:cNvPr id="4" name="Picture 3" descr="active_ris.png"/>
          <p:cNvPicPr>
            <a:picLocks noChangeAspect="1"/>
          </p:cNvPicPr>
          <p:nvPr/>
        </p:nvPicPr>
        <p:blipFill>
          <a:blip r:embed="rId2"/>
          <a:stretch>
            <a:fillRect/>
          </a:stretch>
        </p:blipFill>
        <p:spPr>
          <a:xfrm>
            <a:off x="4114800" y="1645920"/>
            <a:ext cx="41148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L'Architettura Globale (SDN / O-RAN)</a:t>
            </a:r>
          </a:p>
        </p:txBody>
      </p:sp>
      <p:pic>
        <p:nvPicPr>
          <p:cNvPr id="3" name="Picture 2" descr="Architettura_Blocchi_Semplificata.png"/>
          <p:cNvPicPr>
            <a:picLocks noChangeAspect="1"/>
          </p:cNvPicPr>
          <p:nvPr/>
        </p:nvPicPr>
        <p:blipFill>
          <a:blip r:embed="rId2"/>
          <a:stretch>
            <a:fillRect/>
          </a:stretch>
        </p:blipFill>
        <p:spPr>
          <a:xfrm>
            <a:off x="2057400" y="1371600"/>
            <a:ext cx="5029200"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Motore di Tracking: Fusione Ibrida EKF-LSTM</a:t>
            </a:r>
          </a:p>
        </p:txBody>
      </p:sp>
      <p:sp>
        <p:nvSpPr>
          <p:cNvPr id="3" name="Content Placeholder 2"/>
          <p:cNvSpPr>
            <a:spLocks noGrp="1"/>
          </p:cNvSpPr>
          <p:nvPr>
            <p:ph idx="1"/>
          </p:nvPr>
        </p:nvSpPr>
        <p:spPr/>
        <p:txBody>
          <a:bodyPr/>
          <a:lstStyle/>
          <a:p>
            <a:pPr>
              <a:defRPr sz="2000"/>
            </a:pPr>
            <a:r>
              <a:t>• Extended Kalman Filter (EKF) per le traiettorie lineari e aggregazione dati</a:t>
            </a:r>
          </a:p>
          <a:p>
            <a:pPr>
              <a:defRPr sz="2000"/>
            </a:pPr>
            <a:r>
              <a:t>• Limiti: EKF 'linearizza' in zone NLoS sfasando sulle curve</a:t>
            </a:r>
          </a:p>
          <a:p>
            <a:pPr>
              <a:defRPr sz="2000"/>
            </a:pPr>
            <a:r>
              <a:t>• Long Short-Term Memory (LSTM) per stima puramente cinematica in assenza di segnale</a:t>
            </a:r>
          </a:p>
          <a:p>
            <a:pPr>
              <a:defRPr sz="2000"/>
            </a:pPr>
            <a:r>
              <a:t>• Predizione Non-Lineare su pattern di volo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Controllo Predittivo: Make-Before-Break</a:t>
            </a:r>
          </a:p>
        </p:txBody>
      </p:sp>
      <p:sp>
        <p:nvSpPr>
          <p:cNvPr id="3" name="Content Placeholder 2"/>
          <p:cNvSpPr>
            <a:spLocks noGrp="1"/>
          </p:cNvSpPr>
          <p:nvPr>
            <p:ph idx="1"/>
          </p:nvPr>
        </p:nvSpPr>
        <p:spPr/>
        <p:txBody>
          <a:bodyPr/>
          <a:lstStyle/>
          <a:p>
            <a:pPr>
              <a:defRPr sz="2000"/>
            </a:pPr>
            <a:r>
              <a:t>• Combinazione di SDN e pre-triggering LSTM</a:t>
            </a:r>
          </a:p>
          <a:p>
            <a:pPr>
              <a:defRPr sz="2000"/>
            </a:pPr>
            <a:r>
              <a:t>• Attivazione della RIS preventiva</a:t>
            </a:r>
          </a:p>
          <a:p>
            <a:pPr>
              <a:defRPr sz="2000"/>
            </a:pPr>
            <a:r>
              <a:t>• Configurazione ottimale della fase prima dell'ingresso in zona buia (NLoS)</a:t>
            </a:r>
          </a:p>
          <a:p>
            <a:pPr>
              <a:defRPr sz="2000"/>
            </a:pPr>
            <a:r>
              <a:t>• Tracking 'Seamless' (senza interruzioni)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Setup Sperimentale: Il Simulatore 6G</a:t>
            </a:r>
          </a:p>
        </p:txBody>
      </p:sp>
      <p:sp>
        <p:nvSpPr>
          <p:cNvPr id="3" name="Content Placeholder 2"/>
          <p:cNvSpPr>
            <a:spLocks noGrp="1"/>
          </p:cNvSpPr>
          <p:nvPr>
            <p:ph idx="1"/>
          </p:nvPr>
        </p:nvSpPr>
        <p:spPr/>
        <p:txBody>
          <a:bodyPr/>
          <a:lstStyle/>
          <a:p>
            <a:pPr>
              <a:defRPr sz="2000"/>
            </a:pPr>
            <a:r>
              <a:t>• Sviluppo interamente in Python (motore DDES)</a:t>
            </a:r>
          </a:p>
          <a:p>
            <a:pPr>
              <a:defRPr sz="2000"/>
            </a:pPr>
            <a:r>
              <a:t>• Calcolo matriciale avanzato tramite Numba</a:t>
            </a:r>
          </a:p>
          <a:p>
            <a:pPr>
              <a:defRPr sz="2000"/>
            </a:pPr>
            <a:r>
              <a:t>• Comunicazione distribuita con protocollo gRPC</a:t>
            </a:r>
          </a:p>
          <a:p>
            <a:pPr>
              <a:defRPr sz="2000"/>
            </a:pPr>
            <a:r>
              <a:t>• Modellazione realistica canale InF-DH (Indoor Factory) ai 5.9GHz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1 (Baseline): Fallimento Coasting EKF in NLoS</a:t>
            </a:r>
          </a:p>
        </p:txBody>
      </p:sp>
      <p:pic>
        <p:nvPicPr>
          <p:cNvPr id="3" name="Picture 2" descr="Test_1_RMSE_Temporale.png"/>
          <p:cNvPicPr>
            <a:picLocks noChangeAspect="1"/>
          </p:cNvPicPr>
          <p:nvPr/>
        </p:nvPicPr>
        <p:blipFill>
          <a:blip r:embed="rId2"/>
          <a:stretch>
            <a:fillRect/>
          </a:stretch>
        </p:blipFill>
        <p:spPr>
          <a:xfrm>
            <a:off x="1338943" y="1371600"/>
            <a:ext cx="6466114"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Confronto Deriva Lineare EKF vs Predizione LSTM</a:t>
            </a:r>
          </a:p>
        </p:txBody>
      </p:sp>
      <p:pic>
        <p:nvPicPr>
          <p:cNvPr id="3" name="Picture 2" descr="Test_4.2_Traiettoria_EKF_vs_LSTM.png"/>
          <p:cNvPicPr>
            <a:picLocks noChangeAspect="1"/>
          </p:cNvPicPr>
          <p:nvPr/>
        </p:nvPicPr>
        <p:blipFill>
          <a:blip r:embed="rId2"/>
          <a:stretch>
            <a:fillRect/>
          </a:stretch>
        </p:blipFill>
        <p:spPr>
          <a:xfrm>
            <a:off x="1052305" y="1371600"/>
            <a:ext cx="7039389" cy="5029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2: Successo del Tracciamento Assistito da RIS attive</a:t>
            </a:r>
          </a:p>
        </p:txBody>
      </p:sp>
      <p:pic>
        <p:nvPicPr>
          <p:cNvPr id="3" name="Picture 2" descr="Test_2_RMSE_Temporale.png"/>
          <p:cNvPicPr>
            <a:picLocks noChangeAspect="1"/>
          </p:cNvPicPr>
          <p:nvPr/>
        </p:nvPicPr>
        <p:blipFill>
          <a:blip r:embed="rId2"/>
          <a:stretch>
            <a:fillRect/>
          </a:stretch>
        </p:blipFill>
        <p:spPr>
          <a:xfrm>
            <a:off x="1175868" y="1371600"/>
            <a:ext cx="6792264" cy="5029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3: Stress-Test della Latenza di Rete</a:t>
            </a:r>
          </a:p>
        </p:txBody>
      </p:sp>
      <p:pic>
        <p:nvPicPr>
          <p:cNvPr id="3" name="Picture 2" descr="Test_3_Stress_Latenza.png"/>
          <p:cNvPicPr>
            <a:picLocks noChangeAspect="1"/>
          </p:cNvPicPr>
          <p:nvPr/>
        </p:nvPicPr>
        <p:blipFill>
          <a:blip r:embed="rId2"/>
          <a:stretch>
            <a:fillRect/>
          </a:stretch>
        </p:blipFill>
        <p:spPr>
          <a:xfrm>
            <a:off x="93589" y="1371600"/>
            <a:ext cx="8956821" cy="50292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Oltre le Prestazioni: La Sfida dell'Efficienza (Green 6G)</a:t>
            </a:r>
          </a:p>
        </p:txBody>
      </p:sp>
      <p:sp>
        <p:nvSpPr>
          <p:cNvPr id="3" name="Content Placeholder 2"/>
          <p:cNvSpPr>
            <a:spLocks noGrp="1"/>
          </p:cNvSpPr>
          <p:nvPr>
            <p:ph idx="1"/>
          </p:nvPr>
        </p:nvSpPr>
        <p:spPr/>
        <p:txBody>
          <a:bodyPr/>
          <a:lstStyle/>
          <a:p>
            <a:pPr>
              <a:defRPr sz="2000"/>
            </a:pPr>
            <a:r>
              <a:t>• Sviluppo di infrastruttura solida (Aggancio e Tracking riusciti)</a:t>
            </a:r>
          </a:p>
          <a:p>
            <a:pPr>
              <a:defRPr sz="2000"/>
            </a:pPr>
            <a:r>
              <a:t>• Problema nascente: consumo energetico delle stazioni e RIS attive al 100%</a:t>
            </a:r>
          </a:p>
          <a:p>
            <a:pPr>
              <a:defRPr sz="2000"/>
            </a:pPr>
            <a:r>
              <a:t>• Costi e dissipazioni termiche incompatibili con il paradigma IoT e industriale</a:t>
            </a:r>
          </a:p>
          <a:p>
            <a:pPr>
              <a:defRPr sz="2000"/>
            </a:pPr>
            <a:r>
              <a:t>• Necessità di soluzioni termodinamicamente equilibrate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4: Ottimizzazione Green 6G tramite Dinkelbach</a:t>
            </a:r>
          </a:p>
        </p:txBody>
      </p:sp>
      <p:pic>
        <p:nvPicPr>
          <p:cNvPr id="3" name="Picture 2" descr="Test_4.6_AEE_vs_Ps_Dinkelbach.png"/>
          <p:cNvPicPr>
            <a:picLocks noChangeAspect="1"/>
          </p:cNvPicPr>
          <p:nvPr/>
        </p:nvPicPr>
        <p:blipFill>
          <a:blip r:embed="rId2"/>
          <a:stretch>
            <a:fillRect/>
          </a:stretch>
        </p:blipFill>
        <p:spPr>
          <a:xfrm>
            <a:off x="940211" y="1371600"/>
            <a:ext cx="7263577" cy="5029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Conclusioni e Goal Raggiunti</a:t>
            </a:r>
          </a:p>
        </p:txBody>
      </p:sp>
      <p:sp>
        <p:nvSpPr>
          <p:cNvPr id="3" name="Content Placeholder 2"/>
          <p:cNvSpPr>
            <a:spLocks noGrp="1"/>
          </p:cNvSpPr>
          <p:nvPr>
            <p:ph idx="1"/>
          </p:nvPr>
        </p:nvSpPr>
        <p:spPr/>
        <p:txBody>
          <a:bodyPr/>
          <a:lstStyle/>
          <a:p>
            <a:pPr>
              <a:defRPr sz="2000"/>
            </a:pPr>
            <a:r>
              <a:t>• Ripristino di tracking sub-metrico in ambiente industriale blindato (NLoS)</a:t>
            </a:r>
          </a:p>
          <a:p>
            <a:pPr>
              <a:defRPr sz="2000"/>
            </a:pPr>
            <a:r>
              <a:t>• Strategia Make-Before-Break abilitata dalla predizione LSTM su rete SDN</a:t>
            </a:r>
          </a:p>
          <a:p>
            <a:pPr>
              <a:defRPr sz="2000"/>
            </a:pPr>
            <a:r>
              <a:t>• Dimostrazione dell'efficacia delle BD-RIS (Beyond Diagonal) attive</a:t>
            </a:r>
          </a:p>
          <a:p>
            <a:pPr>
              <a:defRPr sz="2000"/>
            </a:pPr>
            <a:r>
              <a:t>• Bilanciamento Pareto-ottimale raggiunto: performance 6G e sostenibilità Green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